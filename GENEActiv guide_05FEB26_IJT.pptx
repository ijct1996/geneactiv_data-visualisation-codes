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B2FBA0-30E9-41EE-9CA5-4CC50AAFA632}" v="29" dt="2026-02-05T10:51:38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338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iah Ting" userId="74825239-7b6e-4484-9739-ea72b1edfa79" providerId="ADAL" clId="{C3F709CB-2B0E-4E3E-92FC-A3A4B20F129C}"/>
    <pc:docChg chg="undo custSel addSld delSld modSld">
      <pc:chgData name="Isaiah Ting" userId="74825239-7b6e-4484-9739-ea72b1edfa79" providerId="ADAL" clId="{C3F709CB-2B0E-4E3E-92FC-A3A4B20F129C}" dt="2026-02-05T10:52:32.078" v="1130" actId="1076"/>
      <pc:docMkLst>
        <pc:docMk/>
      </pc:docMkLst>
      <pc:sldChg chg="modSp mod">
        <pc:chgData name="Isaiah Ting" userId="74825239-7b6e-4484-9739-ea72b1edfa79" providerId="ADAL" clId="{C3F709CB-2B0E-4E3E-92FC-A3A4B20F129C}" dt="2026-02-05T10:52:32.078" v="1130" actId="1076"/>
        <pc:sldMkLst>
          <pc:docMk/>
          <pc:sldMk cId="2137267227" sldId="258"/>
        </pc:sldMkLst>
        <pc:spChg chg="mod">
          <ac:chgData name="Isaiah Ting" userId="74825239-7b6e-4484-9739-ea72b1edfa79" providerId="ADAL" clId="{C3F709CB-2B0E-4E3E-92FC-A3A4B20F129C}" dt="2026-02-05T10:52:32.078" v="1130" actId="1076"/>
          <ac:spMkLst>
            <pc:docMk/>
            <pc:sldMk cId="2137267227" sldId="258"/>
            <ac:spMk id="4" creationId="{49DE321D-D8CB-7C2D-EC00-DE750D02940E}"/>
          </ac:spMkLst>
        </pc:spChg>
        <pc:cxnChg chg="mod">
          <ac:chgData name="Isaiah Ting" userId="74825239-7b6e-4484-9739-ea72b1edfa79" providerId="ADAL" clId="{C3F709CB-2B0E-4E3E-92FC-A3A4B20F129C}" dt="2026-02-05T10:52:32.078" v="1130" actId="1076"/>
          <ac:cxnSpMkLst>
            <pc:docMk/>
            <pc:sldMk cId="2137267227" sldId="258"/>
            <ac:cxnSpMk id="7" creationId="{4BCFEDCE-AE5B-3498-766F-AA90D7F86686}"/>
          </ac:cxnSpMkLst>
        </pc:cxnChg>
      </pc:sldChg>
      <pc:sldChg chg="addSp delSp modSp mod">
        <pc:chgData name="Isaiah Ting" userId="74825239-7b6e-4484-9739-ea72b1edfa79" providerId="ADAL" clId="{C3F709CB-2B0E-4E3E-92FC-A3A4B20F129C}" dt="2026-02-05T10:51:35.783" v="985" actId="20577"/>
        <pc:sldMkLst>
          <pc:docMk/>
          <pc:sldMk cId="331698651" sldId="261"/>
        </pc:sldMkLst>
        <pc:spChg chg="mod">
          <ac:chgData name="Isaiah Ting" userId="74825239-7b6e-4484-9739-ea72b1edfa79" providerId="ADAL" clId="{C3F709CB-2B0E-4E3E-92FC-A3A4B20F129C}" dt="2026-02-05T10:50:00.120" v="923" actId="14100"/>
          <ac:spMkLst>
            <pc:docMk/>
            <pc:sldMk cId="331698651" sldId="261"/>
            <ac:spMk id="4" creationId="{1F1573A1-43C7-8892-66D0-AB0897DA6F44}"/>
          </ac:spMkLst>
        </pc:spChg>
        <pc:spChg chg="mod">
          <ac:chgData name="Isaiah Ting" userId="74825239-7b6e-4484-9739-ea72b1edfa79" providerId="ADAL" clId="{C3F709CB-2B0E-4E3E-92FC-A3A4B20F129C}" dt="2026-02-05T10:49:13.207" v="911" actId="1076"/>
          <ac:spMkLst>
            <pc:docMk/>
            <pc:sldMk cId="331698651" sldId="261"/>
            <ac:spMk id="5" creationId="{E3043093-607C-4F09-61B4-B44DB1EDDF16}"/>
          </ac:spMkLst>
        </pc:spChg>
        <pc:spChg chg="add mod">
          <ac:chgData name="Isaiah Ting" userId="74825239-7b6e-4484-9739-ea72b1edfa79" providerId="ADAL" clId="{C3F709CB-2B0E-4E3E-92FC-A3A4B20F129C}" dt="2026-02-05T10:51:35.783" v="985" actId="20577"/>
          <ac:spMkLst>
            <pc:docMk/>
            <pc:sldMk cId="331698651" sldId="261"/>
            <ac:spMk id="15" creationId="{7A008061-2931-22B3-051A-8BFAA74F5A3D}"/>
          </ac:spMkLst>
        </pc:spChg>
        <pc:grpChg chg="add mod ord">
          <ac:chgData name="Isaiah Ting" userId="74825239-7b6e-4484-9739-ea72b1edfa79" providerId="ADAL" clId="{C3F709CB-2B0E-4E3E-92FC-A3A4B20F129C}" dt="2026-02-05T10:49:13.207" v="911" actId="1076"/>
          <ac:grpSpMkLst>
            <pc:docMk/>
            <pc:sldMk cId="331698651" sldId="261"/>
            <ac:grpSpMk id="13" creationId="{C88D5597-3047-5E59-5882-FDFBA9EA0C80}"/>
          </ac:grpSpMkLst>
        </pc:grpChg>
        <pc:picChg chg="del mod">
          <ac:chgData name="Isaiah Ting" userId="74825239-7b6e-4484-9739-ea72b1edfa79" providerId="ADAL" clId="{C3F709CB-2B0E-4E3E-92FC-A3A4B20F129C}" dt="2026-02-05T10:33:16.497" v="5" actId="478"/>
          <ac:picMkLst>
            <pc:docMk/>
            <pc:sldMk cId="331698651" sldId="261"/>
            <ac:picMk id="3" creationId="{605333F4-046D-5D0F-184C-CE874FB48E69}"/>
          </ac:picMkLst>
        </pc:picChg>
        <pc:picChg chg="add mod">
          <ac:chgData name="Isaiah Ting" userId="74825239-7b6e-4484-9739-ea72b1edfa79" providerId="ADAL" clId="{C3F709CB-2B0E-4E3E-92FC-A3A4B20F129C}" dt="2026-02-05T10:33:43.949" v="13" actId="164"/>
          <ac:picMkLst>
            <pc:docMk/>
            <pc:sldMk cId="331698651" sldId="261"/>
            <ac:picMk id="8" creationId="{4B72B740-BF20-7BB4-AA67-77DC2DFFB26A}"/>
          </ac:picMkLst>
        </pc:picChg>
        <pc:picChg chg="add del">
          <ac:chgData name="Isaiah Ting" userId="74825239-7b6e-4484-9739-ea72b1edfa79" providerId="ADAL" clId="{C3F709CB-2B0E-4E3E-92FC-A3A4B20F129C}" dt="2026-02-05T10:33:39.247" v="11" actId="478"/>
          <ac:picMkLst>
            <pc:docMk/>
            <pc:sldMk cId="331698651" sldId="261"/>
            <ac:picMk id="10" creationId="{F579B2B1-0134-7783-631A-95ADE4932E7B}"/>
          </ac:picMkLst>
        </pc:picChg>
        <pc:picChg chg="add mod">
          <ac:chgData name="Isaiah Ting" userId="74825239-7b6e-4484-9739-ea72b1edfa79" providerId="ADAL" clId="{C3F709CB-2B0E-4E3E-92FC-A3A4B20F129C}" dt="2026-02-05T10:34:24.160" v="33" actId="1038"/>
          <ac:picMkLst>
            <pc:docMk/>
            <pc:sldMk cId="331698651" sldId="261"/>
            <ac:picMk id="12" creationId="{B7746A21-4A06-6AF8-0AA1-B288EDC51414}"/>
          </ac:picMkLst>
        </pc:picChg>
        <pc:cxnChg chg="mod">
          <ac:chgData name="Isaiah Ting" userId="74825239-7b6e-4484-9739-ea72b1edfa79" providerId="ADAL" clId="{C3F709CB-2B0E-4E3E-92FC-A3A4B20F129C}" dt="2026-02-05T10:49:13.207" v="911" actId="1076"/>
          <ac:cxnSpMkLst>
            <pc:docMk/>
            <pc:sldMk cId="331698651" sldId="261"/>
            <ac:cxnSpMk id="7" creationId="{F5195A1E-F4D1-8AC7-4439-B9F29680A1A6}"/>
          </ac:cxnSpMkLst>
        </pc:cxnChg>
      </pc:sldChg>
      <pc:sldChg chg="addSp modSp mod">
        <pc:chgData name="Isaiah Ting" userId="74825239-7b6e-4484-9739-ea72b1edfa79" providerId="ADAL" clId="{C3F709CB-2B0E-4E3E-92FC-A3A4B20F129C}" dt="2026-02-05T10:52:16.218" v="1129" actId="20577"/>
        <pc:sldMkLst>
          <pc:docMk/>
          <pc:sldMk cId="2685705853" sldId="262"/>
        </pc:sldMkLst>
        <pc:spChg chg="add mod">
          <ac:chgData name="Isaiah Ting" userId="74825239-7b6e-4484-9739-ea72b1edfa79" providerId="ADAL" clId="{C3F709CB-2B0E-4E3E-92FC-A3A4B20F129C}" dt="2026-02-05T10:52:16.218" v="1129" actId="20577"/>
          <ac:spMkLst>
            <pc:docMk/>
            <pc:sldMk cId="2685705853" sldId="262"/>
            <ac:spMk id="2" creationId="{B61133EB-908B-4A2A-7147-22526AE642B9}"/>
          </ac:spMkLst>
        </pc:spChg>
      </pc:sldChg>
      <pc:sldChg chg="addSp delSp modSp del mod">
        <pc:chgData name="Isaiah Ting" userId="74825239-7b6e-4484-9739-ea72b1edfa79" providerId="ADAL" clId="{C3F709CB-2B0E-4E3E-92FC-A3A4B20F129C}" dt="2026-02-05T10:49:00.761" v="910" actId="47"/>
        <pc:sldMkLst>
          <pc:docMk/>
          <pc:sldMk cId="3778913427" sldId="264"/>
        </pc:sldMkLst>
        <pc:spChg chg="add del">
          <ac:chgData name="Isaiah Ting" userId="74825239-7b6e-4484-9739-ea72b1edfa79" providerId="ADAL" clId="{C3F709CB-2B0E-4E3E-92FC-A3A4B20F129C}" dt="2026-02-05T10:37:27.420" v="278" actId="21"/>
          <ac:spMkLst>
            <pc:docMk/>
            <pc:sldMk cId="3778913427" sldId="264"/>
            <ac:spMk id="8" creationId="{25B318CD-768F-61AF-1A4A-BED5E07A96B1}"/>
          </ac:spMkLst>
        </pc:spChg>
        <pc:spChg chg="add del">
          <ac:chgData name="Isaiah Ting" userId="74825239-7b6e-4484-9739-ea72b1edfa79" providerId="ADAL" clId="{C3F709CB-2B0E-4E3E-92FC-A3A4B20F129C}" dt="2026-02-05T10:37:27.420" v="278" actId="21"/>
          <ac:spMkLst>
            <pc:docMk/>
            <pc:sldMk cId="3778913427" sldId="264"/>
            <ac:spMk id="9" creationId="{722AD075-3654-E460-FBE7-4CDBDE94DF02}"/>
          </ac:spMkLst>
        </pc:spChg>
        <pc:cxnChg chg="add del mod">
          <ac:chgData name="Isaiah Ting" userId="74825239-7b6e-4484-9739-ea72b1edfa79" providerId="ADAL" clId="{C3F709CB-2B0E-4E3E-92FC-A3A4B20F129C}" dt="2026-02-05T10:37:27.420" v="278" actId="21"/>
          <ac:cxnSpMkLst>
            <pc:docMk/>
            <pc:sldMk cId="3778913427" sldId="264"/>
            <ac:cxnSpMk id="11" creationId="{9D82A9CE-F739-F3BA-B4E3-0E623F1ABB1A}"/>
          </ac:cxnSpMkLst>
        </pc:cxnChg>
      </pc:sldChg>
      <pc:sldChg chg="addSp delSp modSp new mod">
        <pc:chgData name="Isaiah Ting" userId="74825239-7b6e-4484-9739-ea72b1edfa79" providerId="ADAL" clId="{C3F709CB-2B0E-4E3E-92FC-A3A4B20F129C}" dt="2026-02-05T10:50:29.588" v="927" actId="1076"/>
        <pc:sldMkLst>
          <pc:docMk/>
          <pc:sldMk cId="1382450982" sldId="265"/>
        </pc:sldMkLst>
        <pc:spChg chg="del">
          <ac:chgData name="Isaiah Ting" userId="74825239-7b6e-4484-9739-ea72b1edfa79" providerId="ADAL" clId="{C3F709CB-2B0E-4E3E-92FC-A3A4B20F129C}" dt="2026-02-05T10:36:30.356" v="259" actId="478"/>
          <ac:spMkLst>
            <pc:docMk/>
            <pc:sldMk cId="1382450982" sldId="265"/>
            <ac:spMk id="2" creationId="{C2036620-D455-A43D-E6B2-A81B254C7C8E}"/>
          </ac:spMkLst>
        </pc:spChg>
        <pc:spChg chg="del">
          <ac:chgData name="Isaiah Ting" userId="74825239-7b6e-4484-9739-ea72b1edfa79" providerId="ADAL" clId="{C3F709CB-2B0E-4E3E-92FC-A3A4B20F129C}" dt="2026-02-05T10:30:59.319" v="1" actId="22"/>
          <ac:spMkLst>
            <pc:docMk/>
            <pc:sldMk cId="1382450982" sldId="265"/>
            <ac:spMk id="3" creationId="{40D0AF50-6C4F-A4A8-660E-D97CA0E720A8}"/>
          </ac:spMkLst>
        </pc:spChg>
        <pc:spChg chg="add mod">
          <ac:chgData name="Isaiah Ting" userId="74825239-7b6e-4484-9739-ea72b1edfa79" providerId="ADAL" clId="{C3F709CB-2B0E-4E3E-92FC-A3A4B20F129C}" dt="2026-02-05T10:50:26.321" v="926" actId="1076"/>
          <ac:spMkLst>
            <pc:docMk/>
            <pc:sldMk cId="1382450982" sldId="265"/>
            <ac:spMk id="6" creationId="{73E3B3DF-AE6E-C702-85A4-89570851AC04}"/>
          </ac:spMkLst>
        </pc:spChg>
        <pc:spChg chg="add mod">
          <ac:chgData name="Isaiah Ting" userId="74825239-7b6e-4484-9739-ea72b1edfa79" providerId="ADAL" clId="{C3F709CB-2B0E-4E3E-92FC-A3A4B20F129C}" dt="2026-02-05T10:50:26.321" v="926" actId="1076"/>
          <ac:spMkLst>
            <pc:docMk/>
            <pc:sldMk cId="1382450982" sldId="265"/>
            <ac:spMk id="8" creationId="{72448648-CD1D-A7F0-30F5-72AEB0A94C27}"/>
          </ac:spMkLst>
        </pc:spChg>
        <pc:spChg chg="add mod">
          <ac:chgData name="Isaiah Ting" userId="74825239-7b6e-4484-9739-ea72b1edfa79" providerId="ADAL" clId="{C3F709CB-2B0E-4E3E-92FC-A3A4B20F129C}" dt="2026-02-05T10:36:50.381" v="269" actId="571"/>
          <ac:spMkLst>
            <pc:docMk/>
            <pc:sldMk cId="1382450982" sldId="265"/>
            <ac:spMk id="10" creationId="{0CAD4166-9D29-EA03-B1E3-31037A49B5E0}"/>
          </ac:spMkLst>
        </pc:spChg>
        <pc:spChg chg="add mod">
          <ac:chgData name="Isaiah Ting" userId="74825239-7b6e-4484-9739-ea72b1edfa79" providerId="ADAL" clId="{C3F709CB-2B0E-4E3E-92FC-A3A4B20F129C}" dt="2026-02-05T10:36:50.381" v="269" actId="571"/>
          <ac:spMkLst>
            <pc:docMk/>
            <pc:sldMk cId="1382450982" sldId="265"/>
            <ac:spMk id="12" creationId="{AD057FA3-3CBE-B648-7072-C21EFF4B739E}"/>
          </ac:spMkLst>
        </pc:spChg>
        <pc:spChg chg="add mod">
          <ac:chgData name="Isaiah Ting" userId="74825239-7b6e-4484-9739-ea72b1edfa79" providerId="ADAL" clId="{C3F709CB-2B0E-4E3E-92FC-A3A4B20F129C}" dt="2026-02-05T10:50:26.321" v="926" actId="1076"/>
          <ac:spMkLst>
            <pc:docMk/>
            <pc:sldMk cId="1382450982" sldId="265"/>
            <ac:spMk id="16" creationId="{A5BF7836-4971-FE1A-2ECA-332A8C2D4BC9}"/>
          </ac:spMkLst>
        </pc:spChg>
        <pc:spChg chg="add mod">
          <ac:chgData name="Isaiah Ting" userId="74825239-7b6e-4484-9739-ea72b1edfa79" providerId="ADAL" clId="{C3F709CB-2B0E-4E3E-92FC-A3A4B20F129C}" dt="2026-02-05T10:50:26.321" v="926" actId="1076"/>
          <ac:spMkLst>
            <pc:docMk/>
            <pc:sldMk cId="1382450982" sldId="265"/>
            <ac:spMk id="17" creationId="{3EA6FA31-4674-A3B4-982D-EBDE32FFB705}"/>
          </ac:spMkLst>
        </pc:spChg>
        <pc:spChg chg="add mod">
          <ac:chgData name="Isaiah Ting" userId="74825239-7b6e-4484-9739-ea72b1edfa79" providerId="ADAL" clId="{C3F709CB-2B0E-4E3E-92FC-A3A4B20F129C}" dt="2026-02-05T10:50:26.321" v="926" actId="1076"/>
          <ac:spMkLst>
            <pc:docMk/>
            <pc:sldMk cId="1382450982" sldId="265"/>
            <ac:spMk id="28" creationId="{7E216D6D-9C44-286C-9AB7-0828C044F1E1}"/>
          </ac:spMkLst>
        </pc:spChg>
        <pc:spChg chg="add mod">
          <ac:chgData name="Isaiah Ting" userId="74825239-7b6e-4484-9739-ea72b1edfa79" providerId="ADAL" clId="{C3F709CB-2B0E-4E3E-92FC-A3A4B20F129C}" dt="2026-02-05T10:50:26.321" v="926" actId="1076"/>
          <ac:spMkLst>
            <pc:docMk/>
            <pc:sldMk cId="1382450982" sldId="265"/>
            <ac:spMk id="29" creationId="{13520E16-1874-CB8F-7DDA-05575E7EAB16}"/>
          </ac:spMkLst>
        </pc:spChg>
        <pc:spChg chg="add mod">
          <ac:chgData name="Isaiah Ting" userId="74825239-7b6e-4484-9739-ea72b1edfa79" providerId="ADAL" clId="{C3F709CB-2B0E-4E3E-92FC-A3A4B20F129C}" dt="2026-02-05T10:46:00.789" v="544" actId="313"/>
          <ac:spMkLst>
            <pc:docMk/>
            <pc:sldMk cId="1382450982" sldId="265"/>
            <ac:spMk id="33" creationId="{B60C388F-7AFB-695B-AC0C-054968218324}"/>
          </ac:spMkLst>
        </pc:spChg>
        <pc:spChg chg="add mod">
          <ac:chgData name="Isaiah Ting" userId="74825239-7b6e-4484-9739-ea72b1edfa79" providerId="ADAL" clId="{C3F709CB-2B0E-4E3E-92FC-A3A4B20F129C}" dt="2026-02-05T10:50:26.321" v="926" actId="1076"/>
          <ac:spMkLst>
            <pc:docMk/>
            <pc:sldMk cId="1382450982" sldId="265"/>
            <ac:spMk id="34" creationId="{CDC5ACD5-5FF8-9328-12BE-9A29599FE161}"/>
          </ac:spMkLst>
        </pc:spChg>
        <pc:spChg chg="add mod">
          <ac:chgData name="Isaiah Ting" userId="74825239-7b6e-4484-9739-ea72b1edfa79" providerId="ADAL" clId="{C3F709CB-2B0E-4E3E-92FC-A3A4B20F129C}" dt="2026-02-05T10:45:14.005" v="470" actId="1076"/>
          <ac:spMkLst>
            <pc:docMk/>
            <pc:sldMk cId="1382450982" sldId="265"/>
            <ac:spMk id="39" creationId="{70CB8492-8EB5-F113-5F46-0204F3CE9CF7}"/>
          </ac:spMkLst>
        </pc:spChg>
        <pc:spChg chg="add mod">
          <ac:chgData name="Isaiah Ting" userId="74825239-7b6e-4484-9739-ea72b1edfa79" providerId="ADAL" clId="{C3F709CB-2B0E-4E3E-92FC-A3A4B20F129C}" dt="2026-02-05T10:50:26.321" v="926" actId="1076"/>
          <ac:spMkLst>
            <pc:docMk/>
            <pc:sldMk cId="1382450982" sldId="265"/>
            <ac:spMk id="40" creationId="{C8AF7293-6894-487A-88D9-348D8745FD6A}"/>
          </ac:spMkLst>
        </pc:spChg>
        <pc:spChg chg="add del">
          <ac:chgData name="Isaiah Ting" userId="74825239-7b6e-4484-9739-ea72b1edfa79" providerId="ADAL" clId="{C3F709CB-2B0E-4E3E-92FC-A3A4B20F129C}" dt="2026-02-05T10:41:02.169" v="413" actId="22"/>
          <ac:spMkLst>
            <pc:docMk/>
            <pc:sldMk cId="1382450982" sldId="265"/>
            <ac:spMk id="45" creationId="{FA51DDAE-6111-73A9-00BF-F82191A96158}"/>
          </ac:spMkLst>
        </pc:spChg>
        <pc:spChg chg="add mod">
          <ac:chgData name="Isaiah Ting" userId="74825239-7b6e-4484-9739-ea72b1edfa79" providerId="ADAL" clId="{C3F709CB-2B0E-4E3E-92FC-A3A4B20F129C}" dt="2026-02-05T10:41:10.051" v="414"/>
          <ac:spMkLst>
            <pc:docMk/>
            <pc:sldMk cId="1382450982" sldId="265"/>
            <ac:spMk id="46" creationId="{166A50C7-2B21-230D-B177-05F183230379}"/>
          </ac:spMkLst>
        </pc:spChg>
        <pc:spChg chg="add mod">
          <ac:chgData name="Isaiah Ting" userId="74825239-7b6e-4484-9739-ea72b1edfa79" providerId="ADAL" clId="{C3F709CB-2B0E-4E3E-92FC-A3A4B20F129C}" dt="2026-02-05T10:41:10.051" v="414"/>
          <ac:spMkLst>
            <pc:docMk/>
            <pc:sldMk cId="1382450982" sldId="265"/>
            <ac:spMk id="48" creationId="{C3C19EFE-1591-5545-A821-3C17F93D7560}"/>
          </ac:spMkLst>
        </pc:spChg>
        <pc:spChg chg="add mod">
          <ac:chgData name="Isaiah Ting" userId="74825239-7b6e-4484-9739-ea72b1edfa79" providerId="ADAL" clId="{C3F709CB-2B0E-4E3E-92FC-A3A4B20F129C}" dt="2026-02-05T10:41:10.051" v="414"/>
          <ac:spMkLst>
            <pc:docMk/>
            <pc:sldMk cId="1382450982" sldId="265"/>
            <ac:spMk id="49" creationId="{AC68FE87-5B1C-AC74-1F35-002E6FC37668}"/>
          </ac:spMkLst>
        </pc:spChg>
        <pc:spChg chg="add mod">
          <ac:chgData name="Isaiah Ting" userId="74825239-7b6e-4484-9739-ea72b1edfa79" providerId="ADAL" clId="{C3F709CB-2B0E-4E3E-92FC-A3A4B20F129C}" dt="2026-02-05T10:41:17.700" v="415"/>
          <ac:spMkLst>
            <pc:docMk/>
            <pc:sldMk cId="1382450982" sldId="265"/>
            <ac:spMk id="50" creationId="{403B4C6A-EE6A-089A-87F6-0E51395EC4F8}"/>
          </ac:spMkLst>
        </pc:spChg>
        <pc:spChg chg="add mod">
          <ac:chgData name="Isaiah Ting" userId="74825239-7b6e-4484-9739-ea72b1edfa79" providerId="ADAL" clId="{C3F709CB-2B0E-4E3E-92FC-A3A4B20F129C}" dt="2026-02-05T10:41:17.700" v="415"/>
          <ac:spMkLst>
            <pc:docMk/>
            <pc:sldMk cId="1382450982" sldId="265"/>
            <ac:spMk id="51" creationId="{E26385EA-4882-D4FC-D26E-19A53A7B2083}"/>
          </ac:spMkLst>
        </pc:spChg>
        <pc:spChg chg="add mod">
          <ac:chgData name="Isaiah Ting" userId="74825239-7b6e-4484-9739-ea72b1edfa79" providerId="ADAL" clId="{C3F709CB-2B0E-4E3E-92FC-A3A4B20F129C}" dt="2026-02-05T10:41:20.246" v="417" actId="571"/>
          <ac:spMkLst>
            <pc:docMk/>
            <pc:sldMk cId="1382450982" sldId="265"/>
            <ac:spMk id="54" creationId="{7D834C08-183E-6DA3-38EF-C91D3B2ED311}"/>
          </ac:spMkLst>
        </pc:spChg>
        <pc:spChg chg="add mod">
          <ac:chgData name="Isaiah Ting" userId="74825239-7b6e-4484-9739-ea72b1edfa79" providerId="ADAL" clId="{C3F709CB-2B0E-4E3E-92FC-A3A4B20F129C}" dt="2026-02-05T10:45:16.676" v="471" actId="1076"/>
          <ac:spMkLst>
            <pc:docMk/>
            <pc:sldMk cId="1382450982" sldId="265"/>
            <ac:spMk id="55" creationId="{9C8FEC0A-4807-0676-92CA-27604A898E86}"/>
          </ac:spMkLst>
        </pc:spChg>
        <pc:spChg chg="add mod">
          <ac:chgData name="Isaiah Ting" userId="74825239-7b6e-4484-9739-ea72b1edfa79" providerId="ADAL" clId="{C3F709CB-2B0E-4E3E-92FC-A3A4B20F129C}" dt="2026-02-05T10:46:39.646" v="548" actId="14100"/>
          <ac:spMkLst>
            <pc:docMk/>
            <pc:sldMk cId="1382450982" sldId="265"/>
            <ac:spMk id="56" creationId="{D0C81EB4-F53B-48E1-18BC-D3433655AD3F}"/>
          </ac:spMkLst>
        </pc:spChg>
        <pc:spChg chg="add mod">
          <ac:chgData name="Isaiah Ting" userId="74825239-7b6e-4484-9739-ea72b1edfa79" providerId="ADAL" clId="{C3F709CB-2B0E-4E3E-92FC-A3A4B20F129C}" dt="2026-02-05T10:41:31.867" v="421" actId="571"/>
          <ac:spMkLst>
            <pc:docMk/>
            <pc:sldMk cId="1382450982" sldId="265"/>
            <ac:spMk id="59" creationId="{BEEF25FB-5BDA-9F87-9A03-3F183011B9E5}"/>
          </ac:spMkLst>
        </pc:spChg>
        <pc:spChg chg="add mod">
          <ac:chgData name="Isaiah Ting" userId="74825239-7b6e-4484-9739-ea72b1edfa79" providerId="ADAL" clId="{C3F709CB-2B0E-4E3E-92FC-A3A4B20F129C}" dt="2026-02-05T10:43:23.883" v="441" actId="1076"/>
          <ac:spMkLst>
            <pc:docMk/>
            <pc:sldMk cId="1382450982" sldId="265"/>
            <ac:spMk id="64" creationId="{5D798E8C-5C27-0010-1301-01632ACB4DEC}"/>
          </ac:spMkLst>
        </pc:spChg>
        <pc:spChg chg="add mod">
          <ac:chgData name="Isaiah Ting" userId="74825239-7b6e-4484-9739-ea72b1edfa79" providerId="ADAL" clId="{C3F709CB-2B0E-4E3E-92FC-A3A4B20F129C}" dt="2026-02-05T10:45:20.010" v="472" actId="1076"/>
          <ac:spMkLst>
            <pc:docMk/>
            <pc:sldMk cId="1382450982" sldId="265"/>
            <ac:spMk id="65" creationId="{A54B9F4C-88C0-4DDF-F367-172747F6063C}"/>
          </ac:spMkLst>
        </pc:spChg>
        <pc:spChg chg="add mod">
          <ac:chgData name="Isaiah Ting" userId="74825239-7b6e-4484-9739-ea72b1edfa79" providerId="ADAL" clId="{C3F709CB-2B0E-4E3E-92FC-A3A4B20F129C}" dt="2026-02-05T10:50:26.321" v="926" actId="1076"/>
          <ac:spMkLst>
            <pc:docMk/>
            <pc:sldMk cId="1382450982" sldId="265"/>
            <ac:spMk id="108" creationId="{98DEABC5-1393-AF5A-20A6-DCF56A8EC9EF}"/>
          </ac:spMkLst>
        </pc:spChg>
        <pc:spChg chg="add mod">
          <ac:chgData name="Isaiah Ting" userId="74825239-7b6e-4484-9739-ea72b1edfa79" providerId="ADAL" clId="{C3F709CB-2B0E-4E3E-92FC-A3A4B20F129C}" dt="2026-02-05T10:45:52.253" v="543" actId="20577"/>
          <ac:spMkLst>
            <pc:docMk/>
            <pc:sldMk cId="1382450982" sldId="265"/>
            <ac:spMk id="112" creationId="{6152AF2A-68F3-09F2-63D6-BB971FE1BBC7}"/>
          </ac:spMkLst>
        </pc:spChg>
        <pc:spChg chg="add mod">
          <ac:chgData name="Isaiah Ting" userId="74825239-7b6e-4484-9739-ea72b1edfa79" providerId="ADAL" clId="{C3F709CB-2B0E-4E3E-92FC-A3A4B20F129C}" dt="2026-02-05T10:50:29.588" v="927" actId="1076"/>
          <ac:spMkLst>
            <pc:docMk/>
            <pc:sldMk cId="1382450982" sldId="265"/>
            <ac:spMk id="118" creationId="{3C0A7CAF-23E2-9D79-650C-E9DAC47CB276}"/>
          </ac:spMkLst>
        </pc:spChg>
        <pc:picChg chg="add mod ord">
          <ac:chgData name="Isaiah Ting" userId="74825239-7b6e-4484-9739-ea72b1edfa79" providerId="ADAL" clId="{C3F709CB-2B0E-4E3E-92FC-A3A4B20F129C}" dt="2026-02-05T10:50:22.693" v="925" actId="1076"/>
          <ac:picMkLst>
            <pc:docMk/>
            <pc:sldMk cId="1382450982" sldId="265"/>
            <ac:picMk id="5" creationId="{09265BA6-7A72-2B72-F2D9-606F4A1CEA41}"/>
          </ac:picMkLst>
        </pc:picChg>
        <pc:cxnChg chg="add mod">
          <ac:chgData name="Isaiah Ting" userId="74825239-7b6e-4484-9739-ea72b1edfa79" providerId="ADAL" clId="{C3F709CB-2B0E-4E3E-92FC-A3A4B20F129C}" dt="2026-02-05T10:46:13.470" v="545" actId="1076"/>
          <ac:cxnSpMkLst>
            <pc:docMk/>
            <pc:sldMk cId="1382450982" sldId="265"/>
            <ac:cxnSpMk id="7" creationId="{3E77E3F7-5AE0-95D6-4B92-CB2C55146581}"/>
          </ac:cxnSpMkLst>
        </pc:cxnChg>
        <pc:cxnChg chg="add mod">
          <ac:chgData name="Isaiah Ting" userId="74825239-7b6e-4484-9739-ea72b1edfa79" providerId="ADAL" clId="{C3F709CB-2B0E-4E3E-92FC-A3A4B20F129C}" dt="2026-02-05T10:36:47.020" v="267" actId="571"/>
          <ac:cxnSpMkLst>
            <pc:docMk/>
            <pc:sldMk cId="1382450982" sldId="265"/>
            <ac:cxnSpMk id="9" creationId="{CF91B218-7712-FFC2-8796-94598E789F4E}"/>
          </ac:cxnSpMkLst>
        </pc:cxnChg>
        <pc:cxnChg chg="add mod">
          <ac:chgData name="Isaiah Ting" userId="74825239-7b6e-4484-9739-ea72b1edfa79" providerId="ADAL" clId="{C3F709CB-2B0E-4E3E-92FC-A3A4B20F129C}" dt="2026-02-05T10:36:50.381" v="269" actId="571"/>
          <ac:cxnSpMkLst>
            <pc:docMk/>
            <pc:sldMk cId="1382450982" sldId="265"/>
            <ac:cxnSpMk id="11" creationId="{C71D85BB-F428-CC1F-71DF-42664F5A876E}"/>
          </ac:cxnSpMkLst>
        </pc:cxnChg>
        <pc:cxnChg chg="add mod">
          <ac:chgData name="Isaiah Ting" userId="74825239-7b6e-4484-9739-ea72b1edfa79" providerId="ADAL" clId="{C3F709CB-2B0E-4E3E-92FC-A3A4B20F129C}" dt="2026-02-05T10:45:01.046" v="466" actId="1076"/>
          <ac:cxnSpMkLst>
            <pc:docMk/>
            <pc:sldMk cId="1382450982" sldId="265"/>
            <ac:cxnSpMk id="18" creationId="{4ED386D9-2B6F-5ABE-0FB4-135F5E7A028F}"/>
          </ac:cxnSpMkLst>
        </pc:cxnChg>
        <pc:cxnChg chg="add mod">
          <ac:chgData name="Isaiah Ting" userId="74825239-7b6e-4484-9739-ea72b1edfa79" providerId="ADAL" clId="{C3F709CB-2B0E-4E3E-92FC-A3A4B20F129C}" dt="2026-02-05T10:45:05.454" v="467" actId="1076"/>
          <ac:cxnSpMkLst>
            <pc:docMk/>
            <pc:sldMk cId="1382450982" sldId="265"/>
            <ac:cxnSpMk id="30" creationId="{D9532F2B-EB0E-CD08-6960-A518CCCAA3AB}"/>
          </ac:cxnSpMkLst>
        </pc:cxnChg>
        <pc:cxnChg chg="add mod">
          <ac:chgData name="Isaiah Ting" userId="74825239-7b6e-4484-9739-ea72b1edfa79" providerId="ADAL" clId="{C3F709CB-2B0E-4E3E-92FC-A3A4B20F129C}" dt="2026-02-05T10:45:10.354" v="469" actId="14100"/>
          <ac:cxnSpMkLst>
            <pc:docMk/>
            <pc:sldMk cId="1382450982" sldId="265"/>
            <ac:cxnSpMk id="35" creationId="{70CF2672-1957-FF95-1B6A-4226328DEE15}"/>
          </ac:cxnSpMkLst>
        </pc:cxnChg>
        <pc:cxnChg chg="add mod">
          <ac:chgData name="Isaiah Ting" userId="74825239-7b6e-4484-9739-ea72b1edfa79" providerId="ADAL" clId="{C3F709CB-2B0E-4E3E-92FC-A3A4B20F129C}" dt="2026-02-05T10:45:14.005" v="470" actId="1076"/>
          <ac:cxnSpMkLst>
            <pc:docMk/>
            <pc:sldMk cId="1382450982" sldId="265"/>
            <ac:cxnSpMk id="41" creationId="{8F02344B-A038-EE40-AE42-DE26EAC3A6AC}"/>
          </ac:cxnSpMkLst>
        </pc:cxnChg>
        <pc:cxnChg chg="add mod">
          <ac:chgData name="Isaiah Ting" userId="74825239-7b6e-4484-9739-ea72b1edfa79" providerId="ADAL" clId="{C3F709CB-2B0E-4E3E-92FC-A3A4B20F129C}" dt="2026-02-05T10:41:10.051" v="414"/>
          <ac:cxnSpMkLst>
            <pc:docMk/>
            <pc:sldMk cId="1382450982" sldId="265"/>
            <ac:cxnSpMk id="47" creationId="{A40F9F34-135E-B492-B810-984851FB7D4B}"/>
          </ac:cxnSpMkLst>
        </pc:cxnChg>
        <pc:cxnChg chg="add mod">
          <ac:chgData name="Isaiah Ting" userId="74825239-7b6e-4484-9739-ea72b1edfa79" providerId="ADAL" clId="{C3F709CB-2B0E-4E3E-92FC-A3A4B20F129C}" dt="2026-02-05T10:41:17.700" v="415"/>
          <ac:cxnSpMkLst>
            <pc:docMk/>
            <pc:sldMk cId="1382450982" sldId="265"/>
            <ac:cxnSpMk id="52" creationId="{07BF7BC7-4648-1AB5-E89B-98423C7E40AD}"/>
          </ac:cxnSpMkLst>
        </pc:cxnChg>
        <pc:cxnChg chg="add mod">
          <ac:chgData name="Isaiah Ting" userId="74825239-7b6e-4484-9739-ea72b1edfa79" providerId="ADAL" clId="{C3F709CB-2B0E-4E3E-92FC-A3A4B20F129C}" dt="2026-02-05T10:46:39.646" v="548" actId="14100"/>
          <ac:cxnSpMkLst>
            <pc:docMk/>
            <pc:sldMk cId="1382450982" sldId="265"/>
            <ac:cxnSpMk id="57" creationId="{ED66FAB8-D3EC-8E6F-67AB-BD3A768BA691}"/>
          </ac:cxnSpMkLst>
        </pc:cxnChg>
        <pc:cxnChg chg="add mod">
          <ac:chgData name="Isaiah Ting" userId="74825239-7b6e-4484-9739-ea72b1edfa79" providerId="ADAL" clId="{C3F709CB-2B0E-4E3E-92FC-A3A4B20F129C}" dt="2026-02-05T10:45:20.010" v="472" actId="1076"/>
          <ac:cxnSpMkLst>
            <pc:docMk/>
            <pc:sldMk cId="1382450982" sldId="265"/>
            <ac:cxnSpMk id="66" creationId="{C29A3DD0-4C4C-C39C-68AA-426EF7E13BAE}"/>
          </ac:cxnSpMkLst>
        </pc:cxnChg>
        <pc:cxnChg chg="add mod">
          <ac:chgData name="Isaiah Ting" userId="74825239-7b6e-4484-9739-ea72b1edfa79" providerId="ADAL" clId="{C3F709CB-2B0E-4E3E-92FC-A3A4B20F129C}" dt="2026-02-05T10:45:50.646" v="542" actId="14100"/>
          <ac:cxnSpMkLst>
            <pc:docMk/>
            <pc:sldMk cId="1382450982" sldId="265"/>
            <ac:cxnSpMk id="109" creationId="{D4F2D392-1D09-57F8-94EC-675D120CDF0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EA6E-401C-C7FB-223D-8552A2EC6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E8C52-1687-0A50-71FE-6B5666A06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53FC7-04D8-4883-EC45-57EE9E66F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C2FB-FFB8-4274-8D46-B8A884AA7A94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5BACA-41EB-965B-219C-BB4ECD7E1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E0266-5377-2083-16B7-582A38D6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C6AA-004C-414B-A574-3755C99C3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378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DC693-164E-AB8C-4B7E-1084BD416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2411C-ECB3-0E76-A282-CBAA72148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1B438-75FC-1767-5D9E-D51225B35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C2FB-FFB8-4274-8D46-B8A884AA7A94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91E26-9661-001B-D83E-5574D2AFB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34CDE-3228-4A0F-4A3A-71E4B6BF4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C6AA-004C-414B-A574-3755C99C3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048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A8CE-A685-3E2D-F77F-3F4F8CAAE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AFFA9-92C1-A6CA-AAE7-0B1406D87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C7C88-9EF4-3A83-3B4E-97AADB61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C2FB-FFB8-4274-8D46-B8A884AA7A94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523EF-04B2-CFFD-650E-2460663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74DC8-0F6F-F555-B657-CE38FCA2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C6AA-004C-414B-A574-3755C99C3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09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EB82-F73C-0FF9-246C-C2DBE94AF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EA83F-616A-872F-6031-DC00729C9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06E90-2B2B-6E96-58EF-75D6BD074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6C82A-D9DA-49B0-C8A0-D2C6CA24B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C2FB-FFB8-4274-8D46-B8A884AA7A94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2FCC8-7DD5-4817-6C5B-50AB39E82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7B003-B36E-ABB9-E339-DFB82A226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C6AA-004C-414B-A574-3755C99C3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066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EF610-C7E3-69EA-CAD3-015D46082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FF39E-1AB0-F77A-4CB3-0ACF81A0C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1001A-AA61-6520-A065-CB791E60E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53D881-BAE6-115C-C954-75428B9A3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1E44EA-4133-28A5-C1AE-022257EAC9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98AE3-0B55-6287-41B0-577D7F58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C2FB-FFB8-4274-8D46-B8A884AA7A94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CA9A34-5E90-40F2-7637-6D7AE6991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9A8F5E-05B6-7037-56AD-7135984E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C6AA-004C-414B-A574-3755C99C3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33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2DFAE-436B-7FC9-8AE8-99F87727C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5267A-4A35-C0A5-E2B2-F63B2A63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C2FB-FFB8-4274-8D46-B8A884AA7A94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DC3A0-86CD-A41E-42C9-37A1A662D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D94BC-12EB-B3B1-CBD3-FBE07078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C6AA-004C-414B-A574-3755C99C3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119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EA1377-AF6B-B58F-D9B5-D5DC64693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C2FB-FFB8-4274-8D46-B8A884AA7A94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D3664C-4388-3C8E-854F-32680069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0A446-0824-9973-15D6-777F8A7E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C6AA-004C-414B-A574-3755C99C3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489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C6946-AE25-FD2D-8CA7-522D474C8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39C32-BF8A-41CD-A466-B0AF98199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474CD-5212-B6C1-4672-D7E78B6DD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11E93-2377-326F-B611-8E384C9E6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C2FB-FFB8-4274-8D46-B8A884AA7A94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EEFF7-BB1C-5D08-0213-310270E8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7ABB1-6A9D-3522-CFA2-F5B863287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C6AA-004C-414B-A574-3755C99C3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330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37BD-AF01-C551-B806-9EA7BF259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B92B79-C9E7-3BCB-2E4B-72B53604FB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4BB7D-DB1B-B47A-4E95-5410193C0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BAA78-F7C5-5626-1AD3-4577232D5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C2FB-FFB8-4274-8D46-B8A884AA7A94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25386-7896-FE4C-25D4-CE81E23D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96637-A985-0E4B-A49E-3BFDD4F11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C6AA-004C-414B-A574-3755C99C3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11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30B31-5133-61E4-CD5B-2DFEF64FC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699C6-14AE-A564-B8F4-E3A8D6FD2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3410-D6B6-225F-FC63-3B7E09FE1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C2FB-FFB8-4274-8D46-B8A884AA7A94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D00F7-A509-A94E-5AB5-CEE27A9E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AF8A8-9FFC-47D9-1495-B83F78772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C6AA-004C-414B-A574-3755C99C3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95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C508C0-B56F-A319-C7B2-03D9E7CFCE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8856B0-606E-291C-EA0C-C49A193B5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81EEF-67CB-642D-4039-3C38925CA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C2FB-FFB8-4274-8D46-B8A884AA7A94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91056-B9F5-8E8E-1E6C-BCBB95E7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87A30-0DC6-208F-669B-0BE55B263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C6AA-004C-414B-A574-3755C99C3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627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0906BE-1ADA-9F31-8625-39DB39CDF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DFE68-AFE4-BB81-44B7-CE7AD4AA3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9667C-2A05-4D88-2F3B-681AB405D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2C2FB-FFB8-4274-8D46-B8A884AA7A94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17E91-8C7C-4EAD-E3FE-6EF660973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66EEF-0E49-F68E-ACB7-F12C54783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42C6AA-004C-414B-A574-3755C99C3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903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12EB54-D9B8-39A7-C52F-445B96F1A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064165"/>
            <a:ext cx="8808720" cy="47296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64A942-B11F-C39B-A497-640FB78750EE}"/>
              </a:ext>
            </a:extLst>
          </p:cNvPr>
          <p:cNvSpPr/>
          <p:nvPr/>
        </p:nvSpPr>
        <p:spPr>
          <a:xfrm>
            <a:off x="1490472" y="1856232"/>
            <a:ext cx="4133088" cy="113385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6DF6A8-9E3D-8485-E840-B9D4411508D8}"/>
              </a:ext>
            </a:extLst>
          </p:cNvPr>
          <p:cNvSpPr txBox="1"/>
          <p:nvPr/>
        </p:nvSpPr>
        <p:spPr>
          <a:xfrm>
            <a:off x="9585960" y="1961495"/>
            <a:ext cx="2505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1. Select extracted data from the GENEActiv software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C7AE4F-A67E-EF0A-D977-A7A202DBDF62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623560" y="2423160"/>
            <a:ext cx="3962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836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C0840-498C-3EAA-8715-941CB23D8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8A44E8-2153-F60B-6D19-3A32C5351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50" y="833724"/>
            <a:ext cx="8905106" cy="47304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CFEDCE-AE5B-3498-766F-AA90D7F86686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flipH="1" flipV="1">
            <a:off x="3310065" y="554028"/>
            <a:ext cx="3343393" cy="487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9DE321D-D8CB-7C2D-EC00-DE750D02940E}"/>
              </a:ext>
            </a:extLst>
          </p:cNvPr>
          <p:cNvSpPr/>
          <p:nvPr/>
        </p:nvSpPr>
        <p:spPr>
          <a:xfrm>
            <a:off x="6653458" y="5210452"/>
            <a:ext cx="2798064" cy="42976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F03C3B-3B48-8C34-F96C-160ECEDB46B9}"/>
              </a:ext>
            </a:extLst>
          </p:cNvPr>
          <p:cNvSpPr txBox="1"/>
          <p:nvPr/>
        </p:nvSpPr>
        <p:spPr>
          <a:xfrm>
            <a:off x="585216" y="369362"/>
            <a:ext cx="2724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2. Go to the “Convert” tab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8D3C43-FF4A-2819-C823-A80147445D05}"/>
              </a:ext>
            </a:extLst>
          </p:cNvPr>
          <p:cNvSpPr/>
          <p:nvPr/>
        </p:nvSpPr>
        <p:spPr>
          <a:xfrm>
            <a:off x="4230624" y="1615440"/>
            <a:ext cx="5007212" cy="49682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0D8B59-185A-0BCE-D029-DC6A5D33F0B8}"/>
              </a:ext>
            </a:extLst>
          </p:cNvPr>
          <p:cNvSpPr txBox="1"/>
          <p:nvPr/>
        </p:nvSpPr>
        <p:spPr>
          <a:xfrm>
            <a:off x="9665208" y="1673352"/>
            <a:ext cx="242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3. Check it’s the correct file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B397DE1-35E5-EC53-D201-925032CE03E0}"/>
              </a:ext>
            </a:extLst>
          </p:cNvPr>
          <p:cNvCxnSpPr>
            <a:cxnSpLocks/>
            <a:stCxn id="13" idx="1"/>
            <a:endCxn id="12" idx="3"/>
          </p:cNvCxnSpPr>
          <p:nvPr/>
        </p:nvCxnSpPr>
        <p:spPr>
          <a:xfrm flipH="1" flipV="1">
            <a:off x="9237836" y="1863852"/>
            <a:ext cx="427372" cy="1326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237C348-60CD-62E9-3783-E890F43DA5CE}"/>
              </a:ext>
            </a:extLst>
          </p:cNvPr>
          <p:cNvSpPr/>
          <p:nvPr/>
        </p:nvSpPr>
        <p:spPr>
          <a:xfrm>
            <a:off x="4230624" y="2298978"/>
            <a:ext cx="5007212" cy="144091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F7989F-903C-9E0E-8BFD-CF976A2B52C0}"/>
              </a:ext>
            </a:extLst>
          </p:cNvPr>
          <p:cNvSpPr txBox="1"/>
          <p:nvPr/>
        </p:nvSpPr>
        <p:spPr>
          <a:xfrm>
            <a:off x="9665208" y="2419272"/>
            <a:ext cx="2526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4. Select “Epoch csv” and your desired Epoch period and ensure it’s the correct “Output folder” and “File Name”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20F1520-9412-65C5-953F-8C50841B3C31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9237836" y="3019437"/>
            <a:ext cx="427372" cy="1384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267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16048-2564-49D8-AC3A-EFA46B91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033D35-0479-0DAB-572D-F64839C23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433" y="1063800"/>
            <a:ext cx="6765133" cy="473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757632-BF47-10E8-02FF-3A6189C11BC8}"/>
              </a:ext>
            </a:extLst>
          </p:cNvPr>
          <p:cNvSpPr txBox="1"/>
          <p:nvPr/>
        </p:nvSpPr>
        <p:spPr>
          <a:xfrm>
            <a:off x="9756648" y="2967335"/>
            <a:ext cx="2289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5. Open the csv file and scroll down to the raw data</a:t>
            </a:r>
          </a:p>
        </p:txBody>
      </p:sp>
    </p:spTree>
    <p:extLst>
      <p:ext uri="{BB962C8B-B14F-4D97-AF65-F5344CB8AC3E}">
        <p14:creationId xmlns:p14="http://schemas.microsoft.com/office/powerpoint/2010/main" val="239468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9B1F-4B72-F8E4-A7B5-271C6D1E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CC0FFC-D924-6985-5EB4-73D8C0D92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220" y="1063800"/>
            <a:ext cx="6707560" cy="473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864BFE-D4C5-8B0F-82B6-24A5A5242B3D}"/>
              </a:ext>
            </a:extLst>
          </p:cNvPr>
          <p:cNvSpPr txBox="1"/>
          <p:nvPr/>
        </p:nvSpPr>
        <p:spPr>
          <a:xfrm>
            <a:off x="9756648" y="2967335"/>
            <a:ext cx="228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6. Copy the raw data</a:t>
            </a:r>
          </a:p>
        </p:txBody>
      </p:sp>
    </p:spTree>
    <p:extLst>
      <p:ext uri="{BB962C8B-B14F-4D97-AF65-F5344CB8AC3E}">
        <p14:creationId xmlns:p14="http://schemas.microsoft.com/office/powerpoint/2010/main" val="2186967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C8966-1D50-9C7E-46BA-5863F745D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88D5597-3047-5E59-5882-FDFBA9EA0C80}"/>
              </a:ext>
            </a:extLst>
          </p:cNvPr>
          <p:cNvGrpSpPr/>
          <p:nvPr/>
        </p:nvGrpSpPr>
        <p:grpSpPr>
          <a:xfrm>
            <a:off x="707181" y="82387"/>
            <a:ext cx="10617755" cy="6350326"/>
            <a:chOff x="347472" y="397272"/>
            <a:chExt cx="10617755" cy="635032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B72B740-BF20-7BB4-AA67-77DC2DFFB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472" y="397272"/>
              <a:ext cx="10617746" cy="635032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746A21-4A06-6AF8-0AA1-B288EDC51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5452" y="1294576"/>
              <a:ext cx="8809775" cy="5269992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F1573A1-43C7-8892-66D0-AB0897DA6F44}"/>
              </a:ext>
            </a:extLst>
          </p:cNvPr>
          <p:cNvSpPr/>
          <p:nvPr/>
        </p:nvSpPr>
        <p:spPr>
          <a:xfrm>
            <a:off x="888437" y="1574800"/>
            <a:ext cx="1683594" cy="21923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43093-607C-4F09-61B4-B44DB1EDDF16}"/>
              </a:ext>
            </a:extLst>
          </p:cNvPr>
          <p:cNvSpPr txBox="1"/>
          <p:nvPr/>
        </p:nvSpPr>
        <p:spPr>
          <a:xfrm>
            <a:off x="4740402" y="3250601"/>
            <a:ext cx="4599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7. In the “</a:t>
            </a:r>
            <a:r>
              <a:rPr lang="en-GB" dirty="0" err="1"/>
              <a:t>GENEActiv_Data</a:t>
            </a:r>
            <a:r>
              <a:rPr lang="en-GB" dirty="0"/>
              <a:t> Visualisation codes”, open the “GENEActiv Data Template.xlsx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195A1E-F4D1-8AC7-4439-B9F29680A1A6}"/>
              </a:ext>
            </a:extLst>
          </p:cNvPr>
          <p:cNvCxnSpPr>
            <a:cxnSpLocks/>
          </p:cNvCxnSpPr>
          <p:nvPr/>
        </p:nvCxnSpPr>
        <p:spPr>
          <a:xfrm flipH="1" flipV="1">
            <a:off x="2585466" y="1669154"/>
            <a:ext cx="2154936" cy="2136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A008061-2931-22B3-051A-8BFAA74F5A3D}"/>
              </a:ext>
            </a:extLst>
          </p:cNvPr>
          <p:cNvSpPr txBox="1"/>
          <p:nvPr/>
        </p:nvSpPr>
        <p:spPr>
          <a:xfrm>
            <a:off x="0" y="6498614"/>
            <a:ext cx="12011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currently the data template file has some italicised data to provide an example of expected data format, please delete and replace with actual raw data.</a:t>
            </a:r>
          </a:p>
        </p:txBody>
      </p:sp>
    </p:spTree>
    <p:extLst>
      <p:ext uri="{BB962C8B-B14F-4D97-AF65-F5344CB8AC3E}">
        <p14:creationId xmlns:p14="http://schemas.microsoft.com/office/powerpoint/2010/main" val="331698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09A74-EFF2-FF0C-430A-6DC9C685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BC2EDB-7086-8153-3810-77051B641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81" y="2147708"/>
            <a:ext cx="11917438" cy="25625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CD6165-E754-CC60-872C-65706CD5EC2B}"/>
              </a:ext>
            </a:extLst>
          </p:cNvPr>
          <p:cNvSpPr txBox="1"/>
          <p:nvPr/>
        </p:nvSpPr>
        <p:spPr>
          <a:xfrm>
            <a:off x="3796284" y="1298448"/>
            <a:ext cx="459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8. Ensure to save a local copy before pasting any raw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1133EB-908B-4A2A-7147-22526AE642B9}"/>
              </a:ext>
            </a:extLst>
          </p:cNvPr>
          <p:cNvSpPr txBox="1"/>
          <p:nvPr/>
        </p:nvSpPr>
        <p:spPr>
          <a:xfrm>
            <a:off x="0" y="6498614"/>
            <a:ext cx="12011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ensure that the data format is “.xlsx”, this can be modified in the second drop down menu.</a:t>
            </a:r>
          </a:p>
        </p:txBody>
      </p:sp>
    </p:spTree>
    <p:extLst>
      <p:ext uri="{BB962C8B-B14F-4D97-AF65-F5344CB8AC3E}">
        <p14:creationId xmlns:p14="http://schemas.microsoft.com/office/powerpoint/2010/main" val="2685705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4AF15-B646-6D37-5F84-F9D234C1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D985A0-797B-9D95-FE8E-D4645E1E2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144" y="1063800"/>
            <a:ext cx="9341712" cy="4730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E5570D-9A81-5295-831E-121AB1A8C699}"/>
              </a:ext>
            </a:extLst>
          </p:cNvPr>
          <p:cNvSpPr/>
          <p:nvPr/>
        </p:nvSpPr>
        <p:spPr>
          <a:xfrm>
            <a:off x="1425144" y="2450592"/>
            <a:ext cx="6959904" cy="32004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AE9D6-47A0-BAF2-8712-4912681E9E48}"/>
              </a:ext>
            </a:extLst>
          </p:cNvPr>
          <p:cNvSpPr txBox="1"/>
          <p:nvPr/>
        </p:nvSpPr>
        <p:spPr>
          <a:xfrm>
            <a:off x="7307580" y="274261"/>
            <a:ext cx="459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9. Paste the raw data to your saved file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B8AD58-C27E-AB87-0F83-9C7EDEFB7947}"/>
              </a:ext>
            </a:extLst>
          </p:cNvPr>
          <p:cNvCxnSpPr>
            <a:stCxn id="5" idx="2"/>
            <a:endCxn id="4" idx="0"/>
          </p:cNvCxnSpPr>
          <p:nvPr/>
        </p:nvCxnSpPr>
        <p:spPr>
          <a:xfrm flipH="1">
            <a:off x="4905096" y="643593"/>
            <a:ext cx="4702200" cy="18069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963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265BA6-7A72-2B72-F2D9-606F4A1CE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296" y="768005"/>
            <a:ext cx="8291896" cy="49741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3E3B3DF-AE6E-C702-85A4-89570851AC04}"/>
              </a:ext>
            </a:extLst>
          </p:cNvPr>
          <p:cNvSpPr/>
          <p:nvPr/>
        </p:nvSpPr>
        <p:spPr>
          <a:xfrm>
            <a:off x="4920361" y="950788"/>
            <a:ext cx="283464" cy="55162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77E3F7-5AE0-95D6-4B92-CB2C55146581}"/>
              </a:ext>
            </a:extLst>
          </p:cNvPr>
          <p:cNvCxnSpPr>
            <a:cxnSpLocks/>
            <a:stCxn id="6" idx="0"/>
            <a:endCxn id="8" idx="2"/>
          </p:cNvCxnSpPr>
          <p:nvPr/>
        </p:nvCxnSpPr>
        <p:spPr>
          <a:xfrm flipV="1">
            <a:off x="5062093" y="418552"/>
            <a:ext cx="0" cy="5322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448648-CD1D-A7F0-30F5-72AEB0A94C27}"/>
              </a:ext>
            </a:extLst>
          </p:cNvPr>
          <p:cNvSpPr txBox="1"/>
          <p:nvPr/>
        </p:nvSpPr>
        <p:spPr>
          <a:xfrm>
            <a:off x="3962908" y="49220"/>
            <a:ext cx="2198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10. Click “Run”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BF7836-4971-FE1A-2ECA-332A8C2D4BC9}"/>
              </a:ext>
            </a:extLst>
          </p:cNvPr>
          <p:cNvSpPr txBox="1"/>
          <p:nvPr/>
        </p:nvSpPr>
        <p:spPr>
          <a:xfrm>
            <a:off x="6457316" y="0"/>
            <a:ext cx="2471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11. Select your input file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A6FA31-4674-A3B4-982D-EBDE32FFB705}"/>
              </a:ext>
            </a:extLst>
          </p:cNvPr>
          <p:cNvSpPr/>
          <p:nvPr/>
        </p:nvSpPr>
        <p:spPr>
          <a:xfrm>
            <a:off x="2372169" y="1958667"/>
            <a:ext cx="4829302" cy="17833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D386D9-2B6F-5ABE-0FB4-135F5E7A028F}"/>
              </a:ext>
            </a:extLst>
          </p:cNvPr>
          <p:cNvCxnSpPr>
            <a:cxnSpLocks/>
            <a:stCxn id="16" idx="2"/>
            <a:endCxn id="17" idx="3"/>
          </p:cNvCxnSpPr>
          <p:nvPr/>
        </p:nvCxnSpPr>
        <p:spPr>
          <a:xfrm flipH="1">
            <a:off x="7201471" y="646331"/>
            <a:ext cx="491809" cy="140150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E216D6D-9C44-286C-9AB7-0828C044F1E1}"/>
              </a:ext>
            </a:extLst>
          </p:cNvPr>
          <p:cNvSpPr txBox="1"/>
          <p:nvPr/>
        </p:nvSpPr>
        <p:spPr>
          <a:xfrm>
            <a:off x="9156410" y="258929"/>
            <a:ext cx="2471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12. Select the desired output folder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520E16-1874-CB8F-7DDA-05575E7EAB16}"/>
              </a:ext>
            </a:extLst>
          </p:cNvPr>
          <p:cNvSpPr/>
          <p:nvPr/>
        </p:nvSpPr>
        <p:spPr>
          <a:xfrm>
            <a:off x="2372169" y="2143333"/>
            <a:ext cx="4829302" cy="17833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9532F2B-EB0E-CD08-6960-A518CCCAA3AB}"/>
              </a:ext>
            </a:extLst>
          </p:cNvPr>
          <p:cNvCxnSpPr>
            <a:cxnSpLocks/>
            <a:stCxn id="28" idx="1"/>
            <a:endCxn id="29" idx="3"/>
          </p:cNvCxnSpPr>
          <p:nvPr/>
        </p:nvCxnSpPr>
        <p:spPr>
          <a:xfrm flipH="1">
            <a:off x="7201471" y="582095"/>
            <a:ext cx="1954939" cy="165040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60C388F-7AFB-695B-AC0C-054968218324}"/>
              </a:ext>
            </a:extLst>
          </p:cNvPr>
          <p:cNvSpPr txBox="1"/>
          <p:nvPr/>
        </p:nvSpPr>
        <p:spPr>
          <a:xfrm>
            <a:off x="9156410" y="1229705"/>
            <a:ext cx="3035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13. Select time zone using “[Continent]/[City]” format, if desired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C5ACD5-5FF8-9328-12BE-9A29599FE161}"/>
              </a:ext>
            </a:extLst>
          </p:cNvPr>
          <p:cNvSpPr/>
          <p:nvPr/>
        </p:nvSpPr>
        <p:spPr>
          <a:xfrm>
            <a:off x="2372169" y="2313476"/>
            <a:ext cx="4829302" cy="17833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0CF2672-1957-FF95-1B6A-4226328DEE15}"/>
              </a:ext>
            </a:extLst>
          </p:cNvPr>
          <p:cNvCxnSpPr>
            <a:cxnSpLocks/>
            <a:stCxn id="33" idx="1"/>
            <a:endCxn id="34" idx="3"/>
          </p:cNvCxnSpPr>
          <p:nvPr/>
        </p:nvCxnSpPr>
        <p:spPr>
          <a:xfrm flipH="1">
            <a:off x="7201471" y="1691370"/>
            <a:ext cx="1954939" cy="71127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0CB8492-8EB5-F113-5F46-0204F3CE9CF7}"/>
              </a:ext>
            </a:extLst>
          </p:cNvPr>
          <p:cNvSpPr txBox="1"/>
          <p:nvPr/>
        </p:nvSpPr>
        <p:spPr>
          <a:xfrm>
            <a:off x="9616122" y="2472572"/>
            <a:ext cx="2471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14. Adjust light threshold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8AF7293-6894-487A-88D9-348D8745FD6A}"/>
              </a:ext>
            </a:extLst>
          </p:cNvPr>
          <p:cNvSpPr/>
          <p:nvPr/>
        </p:nvSpPr>
        <p:spPr>
          <a:xfrm>
            <a:off x="2372169" y="2483233"/>
            <a:ext cx="4829302" cy="17833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F02344B-A038-EE40-AE42-DE26EAC3A6AC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flipH="1" flipV="1">
            <a:off x="7201471" y="2572403"/>
            <a:ext cx="2414651" cy="22333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C8FEC0A-4807-0676-92CA-27604A898E86}"/>
              </a:ext>
            </a:extLst>
          </p:cNvPr>
          <p:cNvSpPr txBox="1"/>
          <p:nvPr/>
        </p:nvSpPr>
        <p:spPr>
          <a:xfrm>
            <a:off x="9438241" y="3458803"/>
            <a:ext cx="2471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15. Select axis styles, either just in “Days” or “Dated”, or both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0C81EB4-F53B-48E1-18BC-D3433655AD3F}"/>
              </a:ext>
            </a:extLst>
          </p:cNvPr>
          <p:cNvSpPr/>
          <p:nvPr/>
        </p:nvSpPr>
        <p:spPr>
          <a:xfrm>
            <a:off x="2372169" y="2662553"/>
            <a:ext cx="4829302" cy="13297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D66FAB8-D3EC-8E6F-67AB-BD3A768BA691}"/>
              </a:ext>
            </a:extLst>
          </p:cNvPr>
          <p:cNvCxnSpPr>
            <a:cxnSpLocks/>
            <a:stCxn id="55" idx="1"/>
            <a:endCxn id="56" idx="3"/>
          </p:cNvCxnSpPr>
          <p:nvPr/>
        </p:nvCxnSpPr>
        <p:spPr>
          <a:xfrm flipH="1" flipV="1">
            <a:off x="7201471" y="2729041"/>
            <a:ext cx="2236770" cy="119142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5D798E8C-5C27-0010-1301-01632ACB4DEC}"/>
              </a:ext>
            </a:extLst>
          </p:cNvPr>
          <p:cNvSpPr/>
          <p:nvPr/>
        </p:nvSpPr>
        <p:spPr>
          <a:xfrm>
            <a:off x="2372169" y="2795738"/>
            <a:ext cx="4829302" cy="82894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4B9F4C-88C0-4DDF-F367-172747F6063C}"/>
              </a:ext>
            </a:extLst>
          </p:cNvPr>
          <p:cNvSpPr txBox="1"/>
          <p:nvPr/>
        </p:nvSpPr>
        <p:spPr>
          <a:xfrm>
            <a:off x="9445943" y="4722033"/>
            <a:ext cx="2464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16. Select the outputs desired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29A3DD0-4C4C-C39C-68AA-426EF7E13BAE}"/>
              </a:ext>
            </a:extLst>
          </p:cNvPr>
          <p:cNvCxnSpPr>
            <a:cxnSpLocks/>
            <a:stCxn id="64" idx="2"/>
            <a:endCxn id="65" idx="1"/>
          </p:cNvCxnSpPr>
          <p:nvPr/>
        </p:nvCxnSpPr>
        <p:spPr>
          <a:xfrm>
            <a:off x="4786820" y="3624683"/>
            <a:ext cx="4659123" cy="142051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8DEABC5-1393-AF5A-20A6-DCF56A8EC9EF}"/>
              </a:ext>
            </a:extLst>
          </p:cNvPr>
          <p:cNvSpPr/>
          <p:nvPr/>
        </p:nvSpPr>
        <p:spPr>
          <a:xfrm>
            <a:off x="2372169" y="3750058"/>
            <a:ext cx="4829302" cy="17833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4F2D392-1D09-57F8-94EC-675D120CDF07}"/>
              </a:ext>
            </a:extLst>
          </p:cNvPr>
          <p:cNvCxnSpPr>
            <a:cxnSpLocks/>
            <a:endCxn id="112" idx="1"/>
          </p:cNvCxnSpPr>
          <p:nvPr/>
        </p:nvCxnSpPr>
        <p:spPr>
          <a:xfrm>
            <a:off x="4786820" y="3928397"/>
            <a:ext cx="4563873" cy="22237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6152AF2A-68F3-09F2-63D6-BB971FE1BBC7}"/>
              </a:ext>
            </a:extLst>
          </p:cNvPr>
          <p:cNvSpPr txBox="1"/>
          <p:nvPr/>
        </p:nvSpPr>
        <p:spPr>
          <a:xfrm>
            <a:off x="9350693" y="5828991"/>
            <a:ext cx="2464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17. Select the outputs desired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C0A7CAF-23E2-9D79-650C-E9DAC47CB276}"/>
              </a:ext>
            </a:extLst>
          </p:cNvPr>
          <p:cNvSpPr txBox="1"/>
          <p:nvPr/>
        </p:nvSpPr>
        <p:spPr>
          <a:xfrm>
            <a:off x="110045" y="6187349"/>
            <a:ext cx="7705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it is recommended to untick “Close GUI when finished” to view potential errors and any information relevant at the end of the analysis in the “Log/Error report” box</a:t>
            </a:r>
          </a:p>
        </p:txBody>
      </p:sp>
    </p:spTree>
    <p:extLst>
      <p:ext uri="{BB962C8B-B14F-4D97-AF65-F5344CB8AC3E}">
        <p14:creationId xmlns:p14="http://schemas.microsoft.com/office/powerpoint/2010/main" val="1382450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a9fa56-3f32-449a-a721-3e3f49aa5e9a}" enabled="0" method="" siteId="{51a9fa56-3f32-449a-a721-3e3f49aa5e9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268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Isaiah Ting</dc:creator>
  <cp:lastModifiedBy>Isaiah Ting</cp:lastModifiedBy>
  <cp:revision>2</cp:revision>
  <dcterms:created xsi:type="dcterms:W3CDTF">2025-06-27T11:43:02Z</dcterms:created>
  <dcterms:modified xsi:type="dcterms:W3CDTF">2026-02-05T10:52:41Z</dcterms:modified>
</cp:coreProperties>
</file>